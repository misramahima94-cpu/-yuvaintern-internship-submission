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4B6E"/>
                </a:solidFill>
              </a:defRPr>
            </a:pPr>
            <a:r>
              <a:t>INTERNSHIP REPORT</a:t>
            </a:r>
          </a:p>
          <a:p>
            <a:pPr>
              <a:defRPr sz="2400">
                <a:solidFill>
                  <a:srgbClr val="2D343C"/>
                </a:solidFill>
              </a:defRPr>
            </a:pPr>
            <a:r>
              <a:t>Junior Machine Learning Engineer – Agribusiness</a:t>
            </a:r>
          </a:p>
          <a:p>
            <a:pPr>
              <a:defRPr sz="2000">
                <a:solidFill>
                  <a:srgbClr val="1C8278"/>
                </a:solidFill>
              </a:defRPr>
            </a:pPr>
            <a:r>
              <a:t>YuvaIntern</a:t>
            </a:r>
          </a:p>
          <a:p>
            <a:pPr>
              <a:defRPr sz="2000">
                <a:solidFill>
                  <a:srgbClr val="2D343C"/>
                </a:solidFill>
              </a:defRPr>
            </a:pPr>
            <a:r>
              <a:t>Mahima Misra</a:t>
            </a:r>
          </a:p>
          <a:p>
            <a:pPr>
              <a:defRPr sz="1700">
                <a:solidFill>
                  <a:srgbClr val="2D343C"/>
                </a:solidFill>
              </a:defRPr>
            </a:pPr>
            <a:r>
              <a:t>B.Tech – CSE (AI &amp; ML)</a:t>
            </a:r>
          </a:p>
          <a:p>
            <a:pPr>
              <a:defRPr sz="1700">
                <a:solidFill>
                  <a:srgbClr val="2D343C"/>
                </a:solidFill>
              </a:defRPr>
            </a:pPr>
            <a:r>
              <a:t>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6E"/>
                </a:solidFill>
              </a:defRPr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Student: Mahima Misra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Course: B.Tech – Computer Science and Engineering (AI &amp; ML)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College: IILM University, Greater Noida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Organization: YuvaIntern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Role: Junior Machine Learning Engineer – Agribusiness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Mahima Misra | YuvaIntern | IILM University, Greater Noida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6E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Understand the stages of a machine-learning workflow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Learn the importance of data quality and preprocessing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Explore potential agricultural use cases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Recognize the need for testing, evaluation, and honest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Mahima Misra | YuvaIntern | IILM University, Greater Noida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6E"/>
                </a:solidFill>
              </a:defRPr>
            </a:pPr>
            <a:r>
              <a:t>Why ML in Agribusiness?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Agriculture produces data about crops, soil, weather, and markets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ML can help identify patterns in historical data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Example uses: yield estimation, disease classification, demand forecasting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These are examples, not claims of a completed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Mahima Misra | YuvaIntern | IILM University, Greater Noida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6E"/>
                </a:solidFill>
              </a:defRPr>
            </a:pPr>
            <a:r>
              <a:t>Typical ML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1. Define the problem and target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2. Find and verify a suitable dataset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3. Clean and explore the data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4. Prepare features and split data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5. Train a baseline model and evaluate it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6. Document results, assumptions,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Mahima Misra | YuvaIntern | IILM University, Greater Noida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6E"/>
                </a:solidFill>
              </a:defRPr>
            </a:pPr>
            <a:r>
              <a:t>Tools to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Python for programming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Pandas and NumPy for data handling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Matplotlib for visualization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scikit-learn for classical ML</a:t>
            </a:r>
          </a:p>
          <a:p>
            <a:pPr>
              <a:spcAft>
                <a:spcPts val="1400"/>
              </a:spcAft>
              <a:defRPr sz="1900">
                <a:solidFill>
                  <a:srgbClr val="2D343C"/>
                </a:solidFill>
              </a:defRPr>
            </a:pPr>
            <a:r>
              <a:t>List tools as hands-on only if personally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Mahima Misra | YuvaIntern | IILM University, Greater Noida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6E"/>
                </a:solidFill>
              </a:defRPr>
            </a:pPr>
            <a:r>
              <a:t>Learning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Modules actually completed: [Add details]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Exercises/assessments: [Add details or state none]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Tools personally used: [Add details or state none]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No independent practical project completed as of report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Mahima Misra | YuvaIntern | IILM University, Greater Noida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6E"/>
                </a:solidFill>
              </a:defRPr>
            </a:pPr>
            <a:r>
              <a:t>Future Practice Project (Proposal)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Possible topic: crop-yield estimation using a verified public dataset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Explore and clean the data, then create a simple baseline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Evaluate on held-out data and report suitable metrics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This is a proposed future exercise, not completed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Mahima Misra | YuvaIntern | IILM University, Greater Noida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4B6E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Data quality and evaluation are central to reliable ML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Practice Python and data analysis with a small public dataset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Document methods and results clearly</a:t>
            </a:r>
          </a:p>
          <a:p>
            <a:pPr>
              <a:spcAft>
                <a:spcPts val="1400"/>
              </a:spcAft>
              <a:defRPr sz="2100">
                <a:solidFill>
                  <a:srgbClr val="2D343C"/>
                </a:solidFill>
              </a:defRPr>
            </a:pPr>
            <a:r>
              <a:t>Complete the learning record and verify all statements before submitting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Mahima Misra | YuvaIntern | 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